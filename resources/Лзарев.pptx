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778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450368-000C-47E2-A902-B28A58F80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A700B9F-4849-484D-A0BC-3F02E5470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E66F37-4DB5-4BA5-8551-A8956D3FE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2420A-8A13-49D6-BFC1-3E3D3B647068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07BB31-61AE-4310-9CA7-5941C5901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7ACA1E-18ED-4A2B-9A6E-6D115B1A9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CF6B-0B1C-453D-85E4-AFE6F697B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5038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9ADF25-CCDD-411C-9E52-07246F07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1F1078-61E8-401F-B7DE-7E2B1F151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8B0652-BFA1-445A-A08A-6EFD5D82F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2420A-8A13-49D6-BFC1-3E3D3B647068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344D6F-084F-48A0-B776-A32AFFAC2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45CD3A-9CC1-4427-8F3A-ECEAA0EDE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CF6B-0B1C-453D-85E4-AFE6F697B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0694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CCEDAF-F769-4C5A-973A-E8409F93C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97B6B8-24B6-41F2-AD5F-A14EEE446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163B68-BF62-47B9-87CD-0421527E2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2420A-8A13-49D6-BFC1-3E3D3B647068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D25726-E131-48DB-A867-97529FB04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4F1D09-4EE6-4AC3-BFF7-3C4582057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CF6B-0B1C-453D-85E4-AFE6F697B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6528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D7AB6B-90A8-461F-842E-933057B76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9F4D25-76A4-48AB-8368-50FFFECACD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18B7B8-B473-4867-8C46-623F5E016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59619F-32AC-4345-9546-FE5EE3077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2420A-8A13-49D6-BFC1-3E3D3B647068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06E5A4-6AE2-4C66-A17B-7D94DCEE3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A5B0914-98BD-4C6D-9289-1C59CB5CB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CF6B-0B1C-453D-85E4-AFE6F697B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5444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92CAEA-04EA-43C1-A452-478DFEF95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D98038-0B89-4F31-89CD-F276326F0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CA124F8-F8A2-4323-A781-D959FDF18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D51F8BC-340A-4E10-A072-C4081DC3AD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46B0835-6E14-435A-B8A4-EED6755BCB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5EFC76E-D27F-47EB-AB15-3FB0FE0EE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2420A-8A13-49D6-BFC1-3E3D3B647068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956AED7-AF55-4F34-B428-C7EB16AD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B181FF9-B923-46FB-AA32-5FAF0CDE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CF6B-0B1C-453D-85E4-AFE6F697B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9879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35D6DB-A0A1-46E4-A1CE-1F5C29C1C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7D2DCB5-3064-4044-8219-2D182E5D7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2420A-8A13-49D6-BFC1-3E3D3B647068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BB02C71-F02C-4379-B390-6C1BACDA0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BC6CC28-8797-4245-8EDD-BFBF0BD72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CF6B-0B1C-453D-85E4-AFE6F697B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032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23903A9-FA8A-44D1-940F-39399142F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2420A-8A13-49D6-BFC1-3E3D3B647068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E07AFE3-3B32-4331-927D-11FE4CB6A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0B81B8-600F-4532-9D71-779F38D61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CF6B-0B1C-453D-85E4-AFE6F697B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9462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E6440E-5BBC-40A9-9561-B8F16B736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9B394D-44E9-482B-8E33-407FA619F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941D6DB-16F1-4E38-B325-ED377704F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8DFC42-46F2-40DC-886B-BACDE270E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2420A-8A13-49D6-BFC1-3E3D3B647068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2DADB3E-65DA-4A18-AFF0-4DCB2544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F8C686-B7E4-4B78-853F-71230F93A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CF6B-0B1C-453D-85E4-AFE6F697B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2381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82127-B4AC-4DCC-9A8E-5BA9E42AE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2FDBB1C-A648-4370-8F70-73172E013A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7B2545B-982E-4B66-A0DB-A827D6ABD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04460B-4741-4A4A-8100-CB39BBE8A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2420A-8A13-49D6-BFC1-3E3D3B647068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B8193B3-E58A-4BB4-A23F-11196EE6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B9022B4-24A4-468B-A6EA-D55624BA1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CF6B-0B1C-453D-85E4-AFE6F697B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473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F5009C-61F4-4116-98D3-2FCBD574E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6D0A56C-F4C7-491A-863C-ED71D22720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6CAA7C-48FF-40D0-A2B4-2780FAE90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2420A-8A13-49D6-BFC1-3E3D3B647068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8A35A8-34C1-463C-885C-B774BCD03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90C8A3-1E2D-47F4-BFD1-40A5CBC35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CF6B-0B1C-453D-85E4-AFE6F697B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191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AC2E4B2-09E6-4C9A-8458-AC43916B16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6F9EB58-7A1F-4F8F-B3BC-56D6711E4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86B4A5-82B7-4C5B-BC7F-949C5EEC8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2420A-8A13-49D6-BFC1-3E3D3B647068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A64F0C-0D7D-4405-A097-CB97B5EC6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A51A2F-BF9E-40D5-9B5B-E6E18588E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CF6B-0B1C-453D-85E4-AFE6F697B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4999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10E971-5090-49D4-A670-42264ACBC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659EA9-6BA1-4692-8BA0-F76249BED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04FE99-F162-4CA1-8BB5-5632148C0E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2420A-8A13-49D6-BFC1-3E3D3B647068}" type="datetimeFigureOut">
              <a:rPr lang="ru-RU" smtClean="0"/>
              <a:t>01.07.2025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CACC81-054E-49F0-A5BA-B80655084E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8C60DC-2525-4AC5-81C9-8838D7698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0CF6B-0B1C-453D-85E4-AFE6F697B3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647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2">
            <a:extLst>
              <a:ext uri="{FF2B5EF4-FFF2-40B4-BE49-F238E27FC236}">
                <a16:creationId xmlns:a16="http://schemas.microsoft.com/office/drawing/2014/main" id="{F710CE3B-4A80-428D-85C4-BBF9301CEF04}"/>
              </a:ext>
            </a:extLst>
          </p:cNvPr>
          <p:cNvSpPr>
            <a:spLocks noGrp="1"/>
          </p:cNvSpPr>
          <p:nvPr/>
        </p:nvSpPr>
        <p:spPr>
          <a:xfrm>
            <a:off x="369544" y="1004562"/>
            <a:ext cx="10888391" cy="196570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5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Численное моделирование отложения парафина при добыче нефти закачкой холодной воды</a:t>
            </a:r>
            <a:endParaRPr lang="ru-RU" sz="4800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9E6E761A-74BB-45F0-B36D-C15BA7AA4076}"/>
              </a:ext>
            </a:extLst>
          </p:cNvPr>
          <p:cNvSpPr txBox="1">
            <a:spLocks/>
          </p:cNvSpPr>
          <p:nvPr/>
        </p:nvSpPr>
        <p:spPr>
          <a:xfrm>
            <a:off x="6096000" y="3739789"/>
            <a:ext cx="6130636" cy="2985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/>
              <a:t>Выполнил:</a:t>
            </a:r>
          </a:p>
          <a:p>
            <a:pPr marL="1076325"/>
            <a:r>
              <a:rPr lang="ru-RU" sz="2800" dirty="0"/>
              <a:t>студент 2 курса Лазарев И.С.</a:t>
            </a:r>
          </a:p>
          <a:p>
            <a:pPr marL="1076325"/>
            <a:endParaRPr lang="ru-RU" sz="2800" dirty="0"/>
          </a:p>
          <a:p>
            <a:r>
              <a:rPr lang="ru-RU" sz="2800" dirty="0"/>
              <a:t>Научный руководитель:</a:t>
            </a:r>
          </a:p>
          <a:p>
            <a:pPr indent="1076325"/>
            <a:r>
              <a:rPr lang="ru-RU" sz="28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д.ф.-м.н. Никифоров А. И.</a:t>
            </a:r>
            <a:endParaRPr lang="ru-RU" sz="2800" dirty="0">
              <a:effectLst/>
              <a:ea typeface="Times New Roman" panose="02020603050405020304" pitchFamily="18" charset="0"/>
            </a:endParaRPr>
          </a:p>
          <a:p>
            <a:pPr marL="88900"/>
            <a:r>
              <a:rPr lang="ru-RU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44148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4005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2941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</Words>
  <Application>Microsoft Office PowerPoint</Application>
  <PresentationFormat>Широкоэкранный</PresentationFormat>
  <Paragraphs>7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Igor Lazarev</dc:creator>
  <cp:lastModifiedBy>Igor Lazarev</cp:lastModifiedBy>
  <cp:revision>2</cp:revision>
  <dcterms:created xsi:type="dcterms:W3CDTF">2025-07-01T19:09:18Z</dcterms:created>
  <dcterms:modified xsi:type="dcterms:W3CDTF">2025-07-01T20:54:07Z</dcterms:modified>
</cp:coreProperties>
</file>